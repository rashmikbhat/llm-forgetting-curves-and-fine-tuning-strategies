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 Bhat Kekanaje" userId="33b2e9ea-e347-4a93-907a-aa92300ac3d3" providerId="ADAL" clId="{79AD01B1-C200-4FAB-8E05-6A4BF7F578BF}"/>
    <pc:docChg chg="mod delSld modMainMaster">
      <pc:chgData name="Rashmi Bhat Kekanaje" userId="33b2e9ea-e347-4a93-907a-aa92300ac3d3" providerId="ADAL" clId="{79AD01B1-C200-4FAB-8E05-6A4BF7F578BF}" dt="2026-04-11T09:31:32.498" v="2" actId="33475"/>
      <pc:docMkLst>
        <pc:docMk/>
      </pc:docMkLst>
      <pc:sldChg chg="del">
        <pc:chgData name="Rashmi Bhat Kekanaje" userId="33b2e9ea-e347-4a93-907a-aa92300ac3d3" providerId="ADAL" clId="{79AD01B1-C200-4FAB-8E05-6A4BF7F578BF}" dt="2026-04-11T09:31:24.181" v="0" actId="2696"/>
        <pc:sldMkLst>
          <pc:docMk/>
          <pc:sldMk cId="0" sldId="260"/>
        </pc:sldMkLst>
      </pc:sldChg>
      <pc:sldMasterChg chg="addSp mod">
        <pc:chgData name="Rashmi Bhat Kekanaje" userId="33b2e9ea-e347-4a93-907a-aa92300ac3d3" providerId="ADAL" clId="{79AD01B1-C200-4FAB-8E05-6A4BF7F578BF}" dt="2026-04-11T09:31:32.494" v="1" actId="33475"/>
        <pc:sldMasterMkLst>
          <pc:docMk/>
          <pc:sldMasterMk cId="0" sldId="2147483648"/>
        </pc:sldMasterMkLst>
        <pc:spChg chg="add">
          <ac:chgData name="Rashmi Bhat Kekanaje" userId="33b2e9ea-e347-4a93-907a-aa92300ac3d3" providerId="ADAL" clId="{79AD01B1-C200-4FAB-8E05-6A4BF7F578BF}" dt="2026-04-11T09:31:32.494" v="1" actId="33475"/>
          <ac:spMkLst>
            <pc:docMk/>
            <pc:sldMasterMk cId="0" sldId="2147483648"/>
            <ac:spMk id="4" creationId="{266463ED-0E11-A77B-69DD-BCD925893BDC}"/>
          </ac:spMkLst>
        </pc:spChg>
        <pc:spChg chg="add">
          <ac:chgData name="Rashmi Bhat Kekanaje" userId="33b2e9ea-e347-4a93-907a-aa92300ac3d3" providerId="ADAL" clId="{79AD01B1-C200-4FAB-8E05-6A4BF7F578BF}" dt="2026-04-11T09:31:32.494" v="1" actId="33475"/>
          <ac:spMkLst>
            <pc:docMk/>
            <pc:sldMasterMk cId="0" sldId="2147483648"/>
            <ac:spMk id="5" creationId="{BFD6F6AE-0276-2D7D-4D0E-3706F03A335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70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Adapters with Replay Mitigation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Model Scaling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6463ED-0E11-A77B-69DD-BCD925893BD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6F6AE-0276-2D7D-4D0E-3706F03A33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874100-6000-43b6-a204-2d77792600b9}" enabled="1" method="Standard" siteId="{f38a5ecd-2813-4862-b11b-ac1d563c806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Catastrophic Forgetting in Fine-Tuned LLMs</dc:title>
  <dc:subject>PptxGenJS Presentation</dc:subject>
  <dc:creator>Created by Marp</dc:creator>
  <cp:lastModifiedBy>Rashmi Bhat Kekanaje</cp:lastModifiedBy>
  <cp:revision>1</cp:revision>
  <dcterms:created xsi:type="dcterms:W3CDTF">2026-04-11T09:30:59Z</dcterms:created>
  <dcterms:modified xsi:type="dcterms:W3CDTF">2026-04-11T09:31:33Z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Micron Confidential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Micron Confidential</vt:lpwstr>
  </property>
</Properties>
</file>